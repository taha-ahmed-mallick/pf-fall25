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sldIdLst>
    <p:sldId id="256" r:id="rId2"/>
    <p:sldId id="257" r:id="rId3"/>
    <p:sldId id="258" r:id="rId4"/>
    <p:sldId id="259" r:id="rId5"/>
    <p:sldId id="260" r:id="rId6"/>
    <p:sldId id="262"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8367BD-450E-4CE5-82F7-0FB7460A9CF7}" type="datetimeFigureOut">
              <a:rPr lang="en-US" smtClean="0"/>
              <a:t>11-Nov-25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2043935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8367BD-450E-4CE5-82F7-0FB7460A9CF7}" type="datetimeFigureOut">
              <a:rPr lang="en-US" smtClean="0"/>
              <a:t>11-Nov-25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3963660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8367BD-450E-4CE5-82F7-0FB7460A9CF7}" type="datetimeFigureOut">
              <a:rPr lang="en-US" smtClean="0"/>
              <a:t>11-Nov-25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907033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8367BD-450E-4CE5-82F7-0FB7460A9CF7}" type="datetimeFigureOut">
              <a:rPr lang="en-US" smtClean="0"/>
              <a:t>11-Nov-25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2999371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8367BD-450E-4CE5-82F7-0FB7460A9CF7}" type="datetimeFigureOut">
              <a:rPr lang="en-US" smtClean="0"/>
              <a:t>11-Nov-25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3986022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8367BD-450E-4CE5-82F7-0FB7460A9CF7}" type="datetimeFigureOut">
              <a:rPr lang="en-US" smtClean="0"/>
              <a:t>11-Nov-25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109472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8367BD-450E-4CE5-82F7-0FB7460A9CF7}" type="datetimeFigureOut">
              <a:rPr lang="en-US" smtClean="0"/>
              <a:t>11-Nov-25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1305478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78367BD-450E-4CE5-82F7-0FB7460A9CF7}" type="datetimeFigureOut">
              <a:rPr lang="en-US" smtClean="0"/>
              <a:t>11-Nov-25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1591576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78367BD-450E-4CE5-82F7-0FB7460A9CF7}" type="datetimeFigureOut">
              <a:rPr lang="en-US" smtClean="0"/>
              <a:t>11-Nov-25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244043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8367BD-450E-4CE5-82F7-0FB7460A9CF7}" type="datetimeFigureOut">
              <a:rPr lang="en-US" smtClean="0"/>
              <a:t>11-Nov-25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1212452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8367BD-450E-4CE5-82F7-0FB7460A9CF7}" type="datetimeFigureOut">
              <a:rPr lang="en-US" smtClean="0"/>
              <a:t>11-Nov-25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836657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8367BD-450E-4CE5-82F7-0FB7460A9CF7}" type="datetimeFigureOut">
              <a:rPr lang="en-US" smtClean="0"/>
              <a:t>11-Nov-25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30802624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8367BD-450E-4CE5-82F7-0FB7460A9CF7}" type="datetimeFigureOut">
              <a:rPr lang="en-US" smtClean="0"/>
              <a:t>11-Nov-25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161467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8367BD-450E-4CE5-82F7-0FB7460A9CF7}" type="datetimeFigureOut">
              <a:rPr lang="en-US" smtClean="0"/>
              <a:t>11-Nov-25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3644237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8367BD-450E-4CE5-82F7-0FB7460A9CF7}" type="datetimeFigureOut">
              <a:rPr lang="en-US" smtClean="0"/>
              <a:t>11-Nov-25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5986841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8367BD-450E-4CE5-82F7-0FB7460A9CF7}" type="datetimeFigureOut">
              <a:rPr lang="en-US" smtClean="0"/>
              <a:t>11-Nov-25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5A0A3E-D1DD-4F79-A9B8-39E484722478}" type="slidenum">
              <a:rPr lang="en-US" smtClean="0"/>
              <a:t>‹#›</a:t>
            </a:fld>
            <a:endParaRPr lang="en-US"/>
          </a:p>
        </p:txBody>
      </p:sp>
    </p:spTree>
    <p:extLst>
      <p:ext uri="{BB962C8B-B14F-4D97-AF65-F5344CB8AC3E}">
        <p14:creationId xmlns:p14="http://schemas.microsoft.com/office/powerpoint/2010/main" val="2862127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78367BD-450E-4CE5-82F7-0FB7460A9CF7}" type="datetimeFigureOut">
              <a:rPr lang="en-US" smtClean="0"/>
              <a:t>11-Nov-25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F5A0A3E-D1DD-4F79-A9B8-39E484722478}" type="slidenum">
              <a:rPr lang="en-US" smtClean="0"/>
              <a:t>‹#›</a:t>
            </a:fld>
            <a:endParaRPr lang="en-US"/>
          </a:p>
        </p:txBody>
      </p:sp>
    </p:spTree>
    <p:extLst>
      <p:ext uri="{BB962C8B-B14F-4D97-AF65-F5344CB8AC3E}">
        <p14:creationId xmlns:p14="http://schemas.microsoft.com/office/powerpoint/2010/main" val="831532031"/>
      </p:ext>
    </p:extLst>
  </p:cSld>
  <p:clrMap bg1="dk1" tx1="lt1" bg2="dk2" tx2="lt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08E6E-2804-4133-BEE1-5BF29EAFE626}"/>
              </a:ext>
            </a:extLst>
          </p:cNvPr>
          <p:cNvSpPr>
            <a:spLocks noGrp="1"/>
          </p:cNvSpPr>
          <p:nvPr>
            <p:ph type="ctrTitle"/>
          </p:nvPr>
        </p:nvSpPr>
        <p:spPr/>
        <p:txBody>
          <a:bodyPr/>
          <a:lstStyle/>
          <a:p>
            <a:r>
              <a:rPr lang="en-US" dirty="0"/>
              <a:t>Tic Tac Toe Game in      C-Language</a:t>
            </a:r>
          </a:p>
        </p:txBody>
      </p:sp>
      <p:sp>
        <p:nvSpPr>
          <p:cNvPr id="3" name="Subtitle 2">
            <a:extLst>
              <a:ext uri="{FF2B5EF4-FFF2-40B4-BE49-F238E27FC236}">
                <a16:creationId xmlns:a16="http://schemas.microsoft.com/office/drawing/2014/main" id="{BE30A966-AF5F-4E6A-B5B9-C423183A74A0}"/>
              </a:ext>
            </a:extLst>
          </p:cNvPr>
          <p:cNvSpPr>
            <a:spLocks noGrp="1"/>
          </p:cNvSpPr>
          <p:nvPr>
            <p:ph type="subTitle" idx="1"/>
          </p:nvPr>
        </p:nvSpPr>
        <p:spPr>
          <a:xfrm>
            <a:off x="1507067" y="4050833"/>
            <a:ext cx="3714290" cy="1646302"/>
          </a:xfrm>
        </p:spPr>
        <p:txBody>
          <a:bodyPr>
            <a:normAutofit/>
          </a:bodyPr>
          <a:lstStyle/>
          <a:p>
            <a:pPr algn="l"/>
            <a:r>
              <a:rPr lang="en-US" dirty="0"/>
              <a:t>BY: </a:t>
            </a:r>
          </a:p>
          <a:p>
            <a:pPr marL="285750" indent="-285750" algn="l">
              <a:buFont typeface="Arial" panose="020B0604020202020204" pitchFamily="34" charset="0"/>
              <a:buChar char="•"/>
            </a:pPr>
            <a:r>
              <a:rPr lang="en-US" dirty="0"/>
              <a:t>Taha Ahmed Mallick CT-183</a:t>
            </a:r>
          </a:p>
          <a:p>
            <a:pPr marL="285750" indent="-285750" algn="l">
              <a:buFont typeface="Arial" panose="020B0604020202020204" pitchFamily="34" charset="0"/>
              <a:buChar char="•"/>
            </a:pPr>
            <a:r>
              <a:rPr lang="en-US" dirty="0"/>
              <a:t>Abdul Raheem Sheikh CT-192</a:t>
            </a:r>
          </a:p>
          <a:p>
            <a:pPr marL="285750" indent="-285750" algn="l">
              <a:buFont typeface="Arial" panose="020B0604020202020204" pitchFamily="34" charset="0"/>
              <a:buChar char="•"/>
            </a:pPr>
            <a:r>
              <a:rPr lang="en-US" dirty="0" err="1"/>
              <a:t>Maryum</a:t>
            </a:r>
            <a:r>
              <a:rPr lang="en-US" dirty="0"/>
              <a:t> </a:t>
            </a:r>
            <a:r>
              <a:rPr lang="en-US" dirty="0" err="1"/>
              <a:t>Mairaj</a:t>
            </a:r>
            <a:r>
              <a:rPr lang="en-US" dirty="0"/>
              <a:t> CT-170</a:t>
            </a:r>
          </a:p>
        </p:txBody>
      </p:sp>
      <p:sp>
        <p:nvSpPr>
          <p:cNvPr id="4" name="TextBox 3">
            <a:extLst>
              <a:ext uri="{FF2B5EF4-FFF2-40B4-BE49-F238E27FC236}">
                <a16:creationId xmlns:a16="http://schemas.microsoft.com/office/drawing/2014/main" id="{B8915818-7898-459E-A82F-A07D7C9A4D44}"/>
              </a:ext>
            </a:extLst>
          </p:cNvPr>
          <p:cNvSpPr txBox="1"/>
          <p:nvPr/>
        </p:nvSpPr>
        <p:spPr>
          <a:xfrm>
            <a:off x="5852423" y="4550820"/>
            <a:ext cx="3458818" cy="646331"/>
          </a:xfrm>
          <a:prstGeom prst="rect">
            <a:avLst/>
          </a:prstGeom>
          <a:noFill/>
        </p:spPr>
        <p:txBody>
          <a:bodyPr wrap="square" rtlCol="0">
            <a:spAutoFit/>
          </a:bodyPr>
          <a:lstStyle/>
          <a:p>
            <a:r>
              <a:rPr lang="en-US" dirty="0"/>
              <a:t>Team Name:</a:t>
            </a:r>
          </a:p>
          <a:p>
            <a:r>
              <a:rPr lang="en-US" dirty="0" err="1"/>
              <a:t>QuantumCoders</a:t>
            </a:r>
            <a:endParaRPr lang="en-US" dirty="0"/>
          </a:p>
        </p:txBody>
      </p:sp>
    </p:spTree>
    <p:extLst>
      <p:ext uri="{BB962C8B-B14F-4D97-AF65-F5344CB8AC3E}">
        <p14:creationId xmlns:p14="http://schemas.microsoft.com/office/powerpoint/2010/main" val="624531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2E488-52ED-47CD-B9C3-197DCFEE5672}"/>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A8DF5C9E-C13F-4AD3-A88F-7DDA6DD0E252}"/>
              </a:ext>
            </a:extLst>
          </p:cNvPr>
          <p:cNvSpPr>
            <a:spLocks noGrp="1"/>
          </p:cNvSpPr>
          <p:nvPr>
            <p:ph idx="1"/>
          </p:nvPr>
        </p:nvSpPr>
        <p:spPr/>
        <p:txBody>
          <a:bodyPr/>
          <a:lstStyle/>
          <a:p>
            <a:pPr marL="0" indent="0">
              <a:buNone/>
            </a:pPr>
            <a:r>
              <a:rPr lang="en-US" sz="2800" dirty="0"/>
              <a:t>This project is a simple Tic Tac Toe game written in the C language. It allows two players to take turns marking spaces on a 3×3 grid with ‘X’ and ‘O’. The goal is to form a line horizontally, vertically, or diagonally. The program displays the board after each move and checks for a winner or a draw. It uses concepts like arrays, loops, conditional statements, and user input to control the game.</a:t>
            </a:r>
          </a:p>
          <a:p>
            <a:pPr marL="0" indent="0">
              <a:buNone/>
            </a:pPr>
            <a:endParaRPr lang="en-US" dirty="0"/>
          </a:p>
        </p:txBody>
      </p:sp>
      <p:pic>
        <p:nvPicPr>
          <p:cNvPr id="4" name="Picture 3">
            <a:extLst>
              <a:ext uri="{FF2B5EF4-FFF2-40B4-BE49-F238E27FC236}">
                <a16:creationId xmlns:a16="http://schemas.microsoft.com/office/drawing/2014/main" id="{46CD6DD4-C854-4D88-883D-D34463709A86}"/>
              </a:ext>
            </a:extLst>
          </p:cNvPr>
          <p:cNvPicPr>
            <a:picLocks noChangeAspect="1"/>
          </p:cNvPicPr>
          <p:nvPr/>
        </p:nvPicPr>
        <p:blipFill>
          <a:blip r:embed="rId2"/>
          <a:stretch>
            <a:fillRect/>
          </a:stretch>
        </p:blipFill>
        <p:spPr>
          <a:xfrm>
            <a:off x="8726746" y="3565336"/>
            <a:ext cx="3219899" cy="2724530"/>
          </a:xfrm>
          <a:prstGeom prst="rect">
            <a:avLst/>
          </a:prstGeom>
        </p:spPr>
      </p:pic>
    </p:spTree>
    <p:extLst>
      <p:ext uri="{BB962C8B-B14F-4D97-AF65-F5344CB8AC3E}">
        <p14:creationId xmlns:p14="http://schemas.microsoft.com/office/powerpoint/2010/main" val="3028876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50776-6709-48C3-B468-83F0B27F40F7}"/>
              </a:ext>
            </a:extLst>
          </p:cNvPr>
          <p:cNvSpPr>
            <a:spLocks noGrp="1"/>
          </p:cNvSpPr>
          <p:nvPr>
            <p:ph type="title"/>
          </p:nvPr>
        </p:nvSpPr>
        <p:spPr/>
        <p:txBody>
          <a:bodyPr/>
          <a:lstStyle/>
          <a:p>
            <a:r>
              <a:rPr lang="en-US" dirty="0"/>
              <a:t>Step 1 – Code Setup</a:t>
            </a:r>
          </a:p>
        </p:txBody>
      </p:sp>
      <p:sp>
        <p:nvSpPr>
          <p:cNvPr id="3" name="Content Placeholder 2">
            <a:extLst>
              <a:ext uri="{FF2B5EF4-FFF2-40B4-BE49-F238E27FC236}">
                <a16:creationId xmlns:a16="http://schemas.microsoft.com/office/drawing/2014/main" id="{9694351B-C0E1-409E-8364-5700467997F9}"/>
              </a:ext>
            </a:extLst>
          </p:cNvPr>
          <p:cNvSpPr>
            <a:spLocks noGrp="1"/>
          </p:cNvSpPr>
          <p:nvPr>
            <p:ph idx="1"/>
          </p:nvPr>
        </p:nvSpPr>
        <p:spPr>
          <a:xfrm>
            <a:off x="544812" y="1930400"/>
            <a:ext cx="8596668" cy="3880773"/>
          </a:xfrm>
        </p:spPr>
        <p:txBody>
          <a:bodyPr/>
          <a:lstStyle/>
          <a:p>
            <a:pPr marL="0" indent="0">
              <a:buNone/>
            </a:pPr>
            <a:r>
              <a:rPr lang="en-US" dirty="0"/>
              <a:t>At the beginning, the </a:t>
            </a:r>
            <a:r>
              <a:rPr lang="en-US" dirty="0" err="1"/>
              <a:t>stdio.h</a:t>
            </a:r>
            <a:r>
              <a:rPr lang="en-US" dirty="0"/>
              <a:t> header file is included to use functions like </a:t>
            </a:r>
            <a:r>
              <a:rPr lang="en-US" dirty="0" err="1"/>
              <a:t>printf</a:t>
            </a:r>
            <a:r>
              <a:rPr lang="en-US" dirty="0"/>
              <a:t>() and </a:t>
            </a:r>
            <a:r>
              <a:rPr lang="en-US" dirty="0" err="1"/>
              <a:t>scanf</a:t>
            </a:r>
            <a:r>
              <a:rPr lang="en-US" dirty="0"/>
              <a:t>() for input and output. Then </a:t>
            </a:r>
            <a:r>
              <a:rPr lang="en-US" dirty="0" err="1"/>
              <a:t>stdlib.h</a:t>
            </a:r>
            <a:r>
              <a:rPr lang="en-US" dirty="0"/>
              <a:t> is included for the system() function, using which we clear the screen. Then </a:t>
            </a:r>
            <a:r>
              <a:rPr lang="en-US" dirty="0" err="1"/>
              <a:t>windows.h</a:t>
            </a:r>
            <a:r>
              <a:rPr lang="en-US" dirty="0"/>
              <a:t> library is only included when it detects it is a windows machine, we use this library to set windows console to UTF-8 encoding so that grid can be presented neatly which is made up of Unicode characters. The array board[9] stores the game cells, each cell labeled 1 to 9. These numbers are replaced by ‘X’ or ‘O’ when players make their moves. Other arrays store winning patterns to check for results later in the program. This setup forms the base structure of the game.</a:t>
            </a:r>
          </a:p>
          <a:p>
            <a:pPr marL="0" indent="0">
              <a:buNone/>
            </a:pPr>
            <a:endParaRPr lang="en-US" dirty="0"/>
          </a:p>
        </p:txBody>
      </p:sp>
    </p:spTree>
    <p:extLst>
      <p:ext uri="{BB962C8B-B14F-4D97-AF65-F5344CB8AC3E}">
        <p14:creationId xmlns:p14="http://schemas.microsoft.com/office/powerpoint/2010/main" val="2365748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370F8-578C-4750-AA14-88D03FC0C1FE}"/>
              </a:ext>
            </a:extLst>
          </p:cNvPr>
          <p:cNvSpPr>
            <a:spLocks noGrp="1"/>
          </p:cNvSpPr>
          <p:nvPr>
            <p:ph type="title"/>
          </p:nvPr>
        </p:nvSpPr>
        <p:spPr/>
        <p:txBody>
          <a:bodyPr/>
          <a:lstStyle/>
          <a:p>
            <a:r>
              <a:rPr lang="en-US" dirty="0"/>
              <a:t>Step 2 – Main Function Flow</a:t>
            </a:r>
          </a:p>
        </p:txBody>
      </p:sp>
      <p:sp>
        <p:nvSpPr>
          <p:cNvPr id="3" name="Content Placeholder 2">
            <a:extLst>
              <a:ext uri="{FF2B5EF4-FFF2-40B4-BE49-F238E27FC236}">
                <a16:creationId xmlns:a16="http://schemas.microsoft.com/office/drawing/2014/main" id="{8AD5EB14-068C-4EB6-BA33-50D3D6E9EE42}"/>
              </a:ext>
            </a:extLst>
          </p:cNvPr>
          <p:cNvSpPr>
            <a:spLocks noGrp="1"/>
          </p:cNvSpPr>
          <p:nvPr>
            <p:ph idx="1"/>
          </p:nvPr>
        </p:nvSpPr>
        <p:spPr/>
        <p:txBody>
          <a:bodyPr/>
          <a:lstStyle/>
          <a:p>
            <a:pPr marL="0" indent="0">
              <a:buNone/>
            </a:pPr>
            <a:r>
              <a:rPr lang="en-US" dirty="0"/>
              <a:t>The main function controls the overall game flow. The variable player tracks whose turn it is, and mark holds either ‘X’ or ‘O’; corresponding to the player. The while(1) loop runs infinitely until the game ends. Each time, the board is printed using </a:t>
            </a:r>
            <a:r>
              <a:rPr lang="en-US" dirty="0" err="1"/>
              <a:t>print_board</a:t>
            </a:r>
            <a:r>
              <a:rPr lang="en-US" dirty="0"/>
              <a:t>(), and the player enters their move. If the input is valid then that box is marked otherwise a flag is raised and using continue statements same player is asked to input his position again, until done correctly.</a:t>
            </a:r>
          </a:p>
          <a:p>
            <a:pPr marL="0" indent="0">
              <a:buNone/>
            </a:pPr>
            <a:endParaRPr lang="en-US" dirty="0"/>
          </a:p>
        </p:txBody>
      </p:sp>
    </p:spTree>
    <p:extLst>
      <p:ext uri="{BB962C8B-B14F-4D97-AF65-F5344CB8AC3E}">
        <p14:creationId xmlns:p14="http://schemas.microsoft.com/office/powerpoint/2010/main" val="2905831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D0467-A6D7-49FC-AAD8-1BFFC4B5A7C0}"/>
              </a:ext>
            </a:extLst>
          </p:cNvPr>
          <p:cNvSpPr>
            <a:spLocks noGrp="1"/>
          </p:cNvSpPr>
          <p:nvPr>
            <p:ph type="title"/>
          </p:nvPr>
        </p:nvSpPr>
        <p:spPr/>
        <p:txBody>
          <a:bodyPr/>
          <a:lstStyle/>
          <a:p>
            <a:r>
              <a:rPr lang="en-US" dirty="0"/>
              <a:t>Step 3 – Marking and Checking for Win</a:t>
            </a:r>
          </a:p>
        </p:txBody>
      </p:sp>
      <p:sp>
        <p:nvSpPr>
          <p:cNvPr id="3" name="Content Placeholder 2">
            <a:extLst>
              <a:ext uri="{FF2B5EF4-FFF2-40B4-BE49-F238E27FC236}">
                <a16:creationId xmlns:a16="http://schemas.microsoft.com/office/drawing/2014/main" id="{64F1D4E9-2D8B-4945-8AC7-420EB89BBF75}"/>
              </a:ext>
            </a:extLst>
          </p:cNvPr>
          <p:cNvSpPr>
            <a:spLocks noGrp="1"/>
          </p:cNvSpPr>
          <p:nvPr>
            <p:ph idx="1"/>
          </p:nvPr>
        </p:nvSpPr>
        <p:spPr/>
        <p:txBody>
          <a:bodyPr/>
          <a:lstStyle/>
          <a:p>
            <a:pPr marL="0" indent="0">
              <a:buNone/>
            </a:pPr>
            <a:r>
              <a:rPr lang="en-US" dirty="0"/>
              <a:t>Once the player chooses a valid box, that cell in the array is updated with their mark. Then the program calls </a:t>
            </a:r>
            <a:r>
              <a:rPr lang="en-US" dirty="0" err="1"/>
              <a:t>check_win</a:t>
            </a:r>
            <a:r>
              <a:rPr lang="en-US" dirty="0"/>
              <a:t>() to see if the current move completes any winning line. If yes, the game ends showing a winner message. If all boxes are filled without a winner, the game is declared a draw. This part is where the game logic works to decide the result.</a:t>
            </a:r>
          </a:p>
          <a:p>
            <a:pPr marL="0" indent="0">
              <a:buNone/>
            </a:pPr>
            <a:endParaRPr lang="en-US" dirty="0"/>
          </a:p>
        </p:txBody>
      </p:sp>
    </p:spTree>
    <p:extLst>
      <p:ext uri="{BB962C8B-B14F-4D97-AF65-F5344CB8AC3E}">
        <p14:creationId xmlns:p14="http://schemas.microsoft.com/office/powerpoint/2010/main" val="595845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D5357-BFC7-48B8-ACD6-1D5958669952}"/>
              </a:ext>
            </a:extLst>
          </p:cNvPr>
          <p:cNvSpPr>
            <a:spLocks noGrp="1"/>
          </p:cNvSpPr>
          <p:nvPr>
            <p:ph type="title"/>
          </p:nvPr>
        </p:nvSpPr>
        <p:spPr/>
        <p:txBody>
          <a:bodyPr/>
          <a:lstStyle/>
          <a:p>
            <a:r>
              <a:rPr lang="en-US" dirty="0"/>
              <a:t>Functions in our programs…</a:t>
            </a:r>
          </a:p>
        </p:txBody>
      </p:sp>
      <p:sp>
        <p:nvSpPr>
          <p:cNvPr id="3" name="Text Placeholder 2">
            <a:extLst>
              <a:ext uri="{FF2B5EF4-FFF2-40B4-BE49-F238E27FC236}">
                <a16:creationId xmlns:a16="http://schemas.microsoft.com/office/drawing/2014/main" id="{01A01E78-C6FD-43C7-AEC2-433E1CD28073}"/>
              </a:ext>
            </a:extLst>
          </p:cNvPr>
          <p:cNvSpPr>
            <a:spLocks noGrp="1"/>
          </p:cNvSpPr>
          <p:nvPr>
            <p:ph type="body" idx="1"/>
          </p:nvPr>
        </p:nvSpPr>
        <p:spPr>
          <a:xfrm>
            <a:off x="677335" y="3860800"/>
            <a:ext cx="8596668" cy="1570962"/>
          </a:xfrm>
        </p:spPr>
        <p:txBody>
          <a:bodyPr>
            <a:normAutofit/>
          </a:bodyPr>
          <a:lstStyle/>
          <a:p>
            <a:pPr marL="285750" indent="-285750">
              <a:buFont typeface="Wingdings" panose="05000000000000000000" pitchFamily="2" charset="2"/>
              <a:buChar char="v"/>
            </a:pPr>
            <a:r>
              <a:rPr lang="en-US" sz="2000" dirty="0" err="1"/>
              <a:t>print_board</a:t>
            </a:r>
            <a:r>
              <a:rPr lang="en-US" sz="2000" dirty="0"/>
              <a:t>()</a:t>
            </a:r>
          </a:p>
          <a:p>
            <a:pPr marL="285750" indent="-285750">
              <a:buFont typeface="Wingdings" panose="05000000000000000000" pitchFamily="2" charset="2"/>
              <a:buChar char="v"/>
            </a:pPr>
            <a:r>
              <a:rPr lang="en-US" sz="2000" dirty="0" err="1"/>
              <a:t>check_win</a:t>
            </a:r>
            <a:r>
              <a:rPr lang="en-US" sz="2000" dirty="0"/>
              <a:t>()</a:t>
            </a:r>
          </a:p>
        </p:txBody>
      </p:sp>
    </p:spTree>
    <p:extLst>
      <p:ext uri="{BB962C8B-B14F-4D97-AF65-F5344CB8AC3E}">
        <p14:creationId xmlns:p14="http://schemas.microsoft.com/office/powerpoint/2010/main" val="2262142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0F95B-51D0-4EFC-B6B5-D577481C3424}"/>
              </a:ext>
            </a:extLst>
          </p:cNvPr>
          <p:cNvSpPr>
            <a:spLocks noGrp="1"/>
          </p:cNvSpPr>
          <p:nvPr>
            <p:ph type="title"/>
          </p:nvPr>
        </p:nvSpPr>
        <p:spPr/>
        <p:txBody>
          <a:bodyPr/>
          <a:lstStyle/>
          <a:p>
            <a:r>
              <a:rPr lang="en-US" dirty="0"/>
              <a:t>Display Board Function</a:t>
            </a:r>
          </a:p>
        </p:txBody>
      </p:sp>
      <p:sp>
        <p:nvSpPr>
          <p:cNvPr id="3" name="Content Placeholder 2">
            <a:extLst>
              <a:ext uri="{FF2B5EF4-FFF2-40B4-BE49-F238E27FC236}">
                <a16:creationId xmlns:a16="http://schemas.microsoft.com/office/drawing/2014/main" id="{F3354EEA-EBEF-47B0-A6CA-2A90F65C6D16}"/>
              </a:ext>
            </a:extLst>
          </p:cNvPr>
          <p:cNvSpPr>
            <a:spLocks noGrp="1"/>
          </p:cNvSpPr>
          <p:nvPr>
            <p:ph idx="1"/>
          </p:nvPr>
        </p:nvSpPr>
        <p:spPr/>
        <p:txBody>
          <a:bodyPr/>
          <a:lstStyle/>
          <a:p>
            <a:pPr marL="0" indent="0">
              <a:buNone/>
            </a:pPr>
            <a:r>
              <a:rPr lang="en-US" dirty="0"/>
              <a:t>This function is responsible for displaying the 3×3 grid to the players. It clears the screen and prints the board after every move and uses colors to make it visually clear which boxes are marked by which player. If a player wins, it highlights the winning line. This function keeps the players informed about the game’s status. It uses loops to efficiently print the board and marks X as red and O as green, while if a winning pattern is found then it colors it with blue.</a:t>
            </a:r>
          </a:p>
        </p:txBody>
      </p:sp>
    </p:spTree>
    <p:extLst>
      <p:ext uri="{BB962C8B-B14F-4D97-AF65-F5344CB8AC3E}">
        <p14:creationId xmlns:p14="http://schemas.microsoft.com/office/powerpoint/2010/main" val="3121115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D3280-5BF8-4028-B595-23E8B3F1349E}"/>
              </a:ext>
            </a:extLst>
          </p:cNvPr>
          <p:cNvSpPr>
            <a:spLocks noGrp="1"/>
          </p:cNvSpPr>
          <p:nvPr>
            <p:ph type="title"/>
          </p:nvPr>
        </p:nvSpPr>
        <p:spPr/>
        <p:txBody>
          <a:bodyPr/>
          <a:lstStyle/>
          <a:p>
            <a:r>
              <a:rPr lang="en-US" dirty="0"/>
              <a:t>Win Checker</a:t>
            </a:r>
          </a:p>
        </p:txBody>
      </p:sp>
      <p:sp>
        <p:nvSpPr>
          <p:cNvPr id="3" name="Content Placeholder 2">
            <a:extLst>
              <a:ext uri="{FF2B5EF4-FFF2-40B4-BE49-F238E27FC236}">
                <a16:creationId xmlns:a16="http://schemas.microsoft.com/office/drawing/2014/main" id="{6ACBA18A-E044-4DCF-9EC3-3B9E3BEEA12A}"/>
              </a:ext>
            </a:extLst>
          </p:cNvPr>
          <p:cNvSpPr>
            <a:spLocks noGrp="1"/>
          </p:cNvSpPr>
          <p:nvPr>
            <p:ph idx="1"/>
          </p:nvPr>
        </p:nvSpPr>
        <p:spPr/>
        <p:txBody>
          <a:bodyPr/>
          <a:lstStyle/>
          <a:p>
            <a:pPr marL="0" indent="0">
              <a:buNone/>
            </a:pPr>
            <a:r>
              <a:rPr lang="en-US" dirty="0"/>
              <a:t>This function checks all 8 possible winning combinations: three rows, three columns, and two diagonals. It compares the symbols in each line to see if they are the same. If yes, it returns 1, meaning a win. If the board is full and no winner is found, it returns -1 for a draw. Otherwise, it returns 0 to continue as normal.</a:t>
            </a:r>
          </a:p>
        </p:txBody>
      </p:sp>
    </p:spTree>
    <p:extLst>
      <p:ext uri="{BB962C8B-B14F-4D97-AF65-F5344CB8AC3E}">
        <p14:creationId xmlns:p14="http://schemas.microsoft.com/office/powerpoint/2010/main" val="3373224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0F10C-9317-451D-94E2-1015DA56A1DD}"/>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E0F56964-D6ED-4200-A8D3-A4F83BB32E8F}"/>
              </a:ext>
            </a:extLst>
          </p:cNvPr>
          <p:cNvSpPr>
            <a:spLocks noGrp="1"/>
          </p:cNvSpPr>
          <p:nvPr>
            <p:ph idx="1"/>
          </p:nvPr>
        </p:nvSpPr>
        <p:spPr>
          <a:xfrm>
            <a:off x="677334" y="2160589"/>
            <a:ext cx="8596668" cy="3880773"/>
          </a:xfrm>
        </p:spPr>
        <p:txBody>
          <a:bodyPr>
            <a:normAutofit fontScale="92500"/>
          </a:bodyPr>
          <a:lstStyle/>
          <a:p>
            <a:pPr marL="0" indent="0">
              <a:buNone/>
            </a:pPr>
            <a:r>
              <a:rPr lang="en-US" sz="2800" dirty="0"/>
              <a:t>This Tic Tac Toe game is a perfect example of how to use arrays, loops, functions, and conditions in C programming. It also teaches how to manage player turns, validate user input, and display results interactively. By studying this program, beginners can improve their logical thinking and understand how small programs combine to create complete games. This game also eliminates the need to use paper and pen and makes it easier to play it again and again.</a:t>
            </a:r>
          </a:p>
        </p:txBody>
      </p:sp>
    </p:spTree>
    <p:extLst>
      <p:ext uri="{BB962C8B-B14F-4D97-AF65-F5344CB8AC3E}">
        <p14:creationId xmlns:p14="http://schemas.microsoft.com/office/powerpoint/2010/main" val="385329712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188</TotalTime>
  <Words>728</Words>
  <Application>Microsoft Office PowerPoint</Application>
  <PresentationFormat>Widescreen</PresentationFormat>
  <Paragraphs>24</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Trebuchet MS</vt:lpstr>
      <vt:lpstr>Wingdings</vt:lpstr>
      <vt:lpstr>Wingdings 3</vt:lpstr>
      <vt:lpstr>Facet</vt:lpstr>
      <vt:lpstr>Tic Tac Toe Game in      C-Language</vt:lpstr>
      <vt:lpstr>Introduction</vt:lpstr>
      <vt:lpstr>Step 1 – Code Setup</vt:lpstr>
      <vt:lpstr>Step 2 – Main Function Flow</vt:lpstr>
      <vt:lpstr>Step 3 – Marking and Checking for Win</vt:lpstr>
      <vt:lpstr>Functions in our programs…</vt:lpstr>
      <vt:lpstr>Display Board Function</vt:lpstr>
      <vt:lpstr>Win Checker</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 Tac Toe Game in      C-Language</dc:title>
  <dc:creator>MALLICK</dc:creator>
  <cp:lastModifiedBy>MALLICK</cp:lastModifiedBy>
  <cp:revision>10</cp:revision>
  <dcterms:created xsi:type="dcterms:W3CDTF">2025-11-10T16:44:21Z</dcterms:created>
  <dcterms:modified xsi:type="dcterms:W3CDTF">2025-11-11T06:41:25Z</dcterms:modified>
</cp:coreProperties>
</file>